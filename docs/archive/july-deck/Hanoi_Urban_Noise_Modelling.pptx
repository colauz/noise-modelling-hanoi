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gama_sim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89755" y="2331720"/>
            <a:ext cx="3342631" cy="327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